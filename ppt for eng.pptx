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4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5335" autoAdjust="0"/>
    <p:restoredTop sz="94660"/>
  </p:normalViewPr>
  <p:slideViewPr>
    <p:cSldViewPr>
      <p:cViewPr>
        <p:scale>
          <a:sx n="75" d="100"/>
          <a:sy n="75" d="100"/>
        </p:scale>
        <p:origin x="-1413" y="23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AEBC32-E0E3-44D4-BD55-58E06BE533DC}" type="datetimeFigureOut">
              <a:rPr lang="en-US" smtClean="0"/>
              <a:pPr/>
              <a:t>9/14/2025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0B2AD1A-3DD2-4E41-A577-AFBA203A598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0B2AD1A-3DD2-4E41-A577-AFBA203A5984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5A3B8-09A3-4F9C-8CFC-E1C362456468}" type="datetimeFigureOut">
              <a:rPr lang="en-US" smtClean="0"/>
              <a:pPr/>
              <a:t>9/14/2025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FAE970-04F0-4D8B-99FA-99FACA06828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5A3B8-09A3-4F9C-8CFC-E1C362456468}" type="datetimeFigureOut">
              <a:rPr lang="en-US" smtClean="0"/>
              <a:pPr/>
              <a:t>9/14/2025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FAE970-04F0-4D8B-99FA-99FACA06828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5A3B8-09A3-4F9C-8CFC-E1C362456468}" type="datetimeFigureOut">
              <a:rPr lang="en-US" smtClean="0"/>
              <a:pPr/>
              <a:t>9/14/2025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FAE970-04F0-4D8B-99FA-99FACA06828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5A3B8-09A3-4F9C-8CFC-E1C362456468}" type="datetimeFigureOut">
              <a:rPr lang="en-US" smtClean="0"/>
              <a:pPr/>
              <a:t>9/14/2025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FAE970-04F0-4D8B-99FA-99FACA06828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5A3B8-09A3-4F9C-8CFC-E1C362456468}" type="datetimeFigureOut">
              <a:rPr lang="en-US" smtClean="0"/>
              <a:pPr/>
              <a:t>9/14/2025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FAE970-04F0-4D8B-99FA-99FACA06828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5A3B8-09A3-4F9C-8CFC-E1C362456468}" type="datetimeFigureOut">
              <a:rPr lang="en-US" smtClean="0"/>
              <a:pPr/>
              <a:t>9/14/2025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FAE970-04F0-4D8B-99FA-99FACA06828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5A3B8-09A3-4F9C-8CFC-E1C362456468}" type="datetimeFigureOut">
              <a:rPr lang="en-US" smtClean="0"/>
              <a:pPr/>
              <a:t>9/14/2025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FAE970-04F0-4D8B-99FA-99FACA06828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5A3B8-09A3-4F9C-8CFC-E1C362456468}" type="datetimeFigureOut">
              <a:rPr lang="en-US" smtClean="0"/>
              <a:pPr/>
              <a:t>9/14/2025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FAE970-04F0-4D8B-99FA-99FACA06828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5A3B8-09A3-4F9C-8CFC-E1C362456468}" type="datetimeFigureOut">
              <a:rPr lang="en-US" smtClean="0"/>
              <a:pPr/>
              <a:t>9/14/2025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0EFAE970-04F0-4D8B-99FA-99FACA06828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5A3B8-09A3-4F9C-8CFC-E1C362456468}" type="datetimeFigureOut">
              <a:rPr lang="en-US" smtClean="0"/>
              <a:pPr/>
              <a:t>9/14/2025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FAE970-04F0-4D8B-99FA-99FACA06828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5A3B8-09A3-4F9C-8CFC-E1C362456468}" type="datetimeFigureOut">
              <a:rPr lang="en-US" smtClean="0"/>
              <a:pPr/>
              <a:t>9/14/2025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FAE970-04F0-4D8B-99FA-99FACA06828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A075A3B8-09A3-4F9C-8CFC-E1C362456468}" type="datetimeFigureOut">
              <a:rPr lang="en-US" smtClean="0"/>
              <a:pPr/>
              <a:t>9/14/2025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0EFAE970-04F0-4D8B-99FA-99FACA068287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05" r:id="rId1"/>
    <p:sldLayoutId id="2147483806" r:id="rId2"/>
    <p:sldLayoutId id="2147483807" r:id="rId3"/>
    <p:sldLayoutId id="2147483808" r:id="rId4"/>
    <p:sldLayoutId id="2147483809" r:id="rId5"/>
    <p:sldLayoutId id="2147483810" r:id="rId6"/>
    <p:sldLayoutId id="2147483811" r:id="rId7"/>
    <p:sldLayoutId id="2147483812" r:id="rId8"/>
    <p:sldLayoutId id="2147483813" r:id="rId9"/>
    <p:sldLayoutId id="2147483814" r:id="rId10"/>
    <p:sldLayoutId id="2147483815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3600450"/>
          </a:xfrm>
        </p:spPr>
        <p:txBody>
          <a:bodyPr>
            <a:normAutofit/>
          </a:bodyPr>
          <a:lstStyle/>
          <a:p>
            <a:pPr algn="ctr"/>
            <a:r>
              <a:rPr lang="en-IN" i="1" dirty="0" smtClean="0">
                <a:solidFill>
                  <a:schemeClr val="tx1"/>
                </a:solidFill>
              </a:rPr>
              <a:t>NAME:SANJAYA.P</a:t>
            </a:r>
            <a:br>
              <a:rPr lang="en-IN" i="1" dirty="0" smtClean="0">
                <a:solidFill>
                  <a:schemeClr val="tx1"/>
                </a:solidFill>
              </a:rPr>
            </a:br>
            <a:endParaRPr lang="en-US" i="1" dirty="0">
              <a:solidFill>
                <a:schemeClr val="tx1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2910" y="1857364"/>
            <a:ext cx="8229600" cy="3714776"/>
          </a:xfrm>
        </p:spPr>
        <p:txBody>
          <a:bodyPr>
            <a:normAutofit/>
          </a:bodyPr>
          <a:lstStyle/>
          <a:p>
            <a:pPr algn="ctr"/>
            <a:endParaRPr lang="en-US" b="1" dirty="0"/>
          </a:p>
        </p:txBody>
      </p:sp>
      <p:pic>
        <p:nvPicPr>
          <p:cNvPr id="4" name="Content Placeholder 3" descr="WhatsApp Image 2025-09-14 at 6.18.32 PM.jpe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57224" y="1785926"/>
            <a:ext cx="7643866" cy="4294902"/>
          </a:xfr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0100" y="1071546"/>
            <a:ext cx="2743200" cy="1162050"/>
          </a:xfrm>
        </p:spPr>
        <p:txBody>
          <a:bodyPr/>
          <a:lstStyle/>
          <a:p>
            <a:r>
              <a:rPr lang="en-IN" dirty="0" smtClean="0"/>
              <a:t>INTRODUCTION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1000100" y="2571744"/>
            <a:ext cx="3786214" cy="4000496"/>
          </a:xfrm>
        </p:spPr>
        <p:txBody>
          <a:bodyPr>
            <a:normAutofit/>
          </a:bodyPr>
          <a:lstStyle/>
          <a:p>
            <a:r>
              <a:rPr lang="en-IN" sz="1600" b="1" dirty="0" smtClean="0">
                <a:solidFill>
                  <a:schemeClr val="tx1">
                    <a:lumMod val="85000"/>
                    <a:lumOff val="15000"/>
                  </a:schemeClr>
                </a:solidFill>
                <a:sym typeface="Wingdings" pitchFamily="2" charset="2"/>
              </a:rPr>
              <a:t></a:t>
            </a:r>
            <a:r>
              <a:rPr lang="en-IN" sz="1600" dirty="0" smtClean="0">
                <a:solidFill>
                  <a:schemeClr val="tx1">
                    <a:lumMod val="85000"/>
                    <a:lumOff val="15000"/>
                  </a:schemeClr>
                </a:solidFill>
                <a:sym typeface="Wingdings" pitchFamily="2" charset="2"/>
              </a:rPr>
              <a:t>Mobile phones have become an essential part of </a:t>
            </a:r>
            <a:r>
              <a:rPr lang="en-IN" sz="1600" dirty="0" err="1" smtClean="0">
                <a:solidFill>
                  <a:schemeClr val="tx1">
                    <a:lumMod val="85000"/>
                    <a:lumOff val="15000"/>
                  </a:schemeClr>
                </a:solidFill>
                <a:sym typeface="Wingdings" pitchFamily="2" charset="2"/>
              </a:rPr>
              <a:t>mordern</a:t>
            </a:r>
            <a:r>
              <a:rPr lang="en-IN" sz="1600" dirty="0" smtClean="0">
                <a:solidFill>
                  <a:schemeClr val="tx1">
                    <a:lumMod val="85000"/>
                    <a:lumOff val="15000"/>
                  </a:schemeClr>
                </a:solidFill>
                <a:sym typeface="Wingdings" pitchFamily="2" charset="2"/>
              </a:rPr>
              <a:t> life, transform the way we communicate ,work , and live.</a:t>
            </a:r>
          </a:p>
          <a:p>
            <a:r>
              <a:rPr lang="en-IN" sz="1600" b="1" dirty="0" smtClean="0">
                <a:solidFill>
                  <a:schemeClr val="tx1">
                    <a:lumMod val="85000"/>
                    <a:lumOff val="15000"/>
                  </a:schemeClr>
                </a:solidFill>
                <a:sym typeface="Wingdings" pitchFamily="2" charset="2"/>
              </a:rPr>
              <a:t>..**..“NOWADAYS THEY ARE LUXURY... </a:t>
            </a:r>
          </a:p>
          <a:p>
            <a:r>
              <a:rPr lang="en-IN" sz="1600" b="1" dirty="0" smtClean="0">
                <a:solidFill>
                  <a:schemeClr val="tx1">
                    <a:lumMod val="85000"/>
                    <a:lumOff val="15000"/>
                  </a:schemeClr>
                </a:solidFill>
                <a:sym typeface="Wingdings" pitchFamily="2" charset="2"/>
              </a:rPr>
              <a:t>           ..... BUT NECESSITY”..**..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5072066" y="1676400"/>
            <a:ext cx="3614734" cy="4572000"/>
          </a:xfrm>
        </p:spPr>
        <p:txBody>
          <a:bodyPr/>
          <a:lstStyle/>
          <a:p>
            <a:pPr>
              <a:buFont typeface="Wingdings" pitchFamily="2" charset="2"/>
              <a:buChar char="q"/>
            </a:pP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POSITIVE IMPACTS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1000100" y="2214554"/>
            <a:ext cx="2886076" cy="4105284"/>
          </a:xfrm>
        </p:spPr>
        <p:txBody>
          <a:bodyPr/>
          <a:lstStyle/>
          <a:p>
            <a:pPr>
              <a:buFont typeface="Wingdings" pitchFamily="2" charset="2"/>
              <a:buChar char="q"/>
            </a:pPr>
            <a:r>
              <a:rPr lang="en-IN" b="1" dirty="0" smtClean="0"/>
              <a:t>LEARNING ACCESS</a:t>
            </a:r>
            <a:r>
              <a:rPr lang="en-IN" dirty="0" smtClean="0"/>
              <a:t>: </a:t>
            </a:r>
          </a:p>
          <a:p>
            <a:r>
              <a:rPr lang="en-IN" dirty="0" smtClean="0"/>
              <a:t> </a:t>
            </a:r>
            <a:r>
              <a:rPr lang="en-IN" dirty="0" smtClean="0"/>
              <a:t>      online classes , educational apps</a:t>
            </a:r>
          </a:p>
          <a:p>
            <a:pPr>
              <a:buFont typeface="Wingdings" pitchFamily="2" charset="2"/>
              <a:buChar char="q"/>
            </a:pPr>
            <a:r>
              <a:rPr lang="en-IN" b="1" i="1" dirty="0" smtClean="0"/>
              <a:t>COMMUNICAT</a:t>
            </a:r>
            <a:r>
              <a:rPr lang="en-IN" b="1" dirty="0" smtClean="0"/>
              <a:t>ION:</a:t>
            </a:r>
          </a:p>
          <a:p>
            <a:r>
              <a:rPr lang="en-IN" dirty="0" smtClean="0"/>
              <a:t> </a:t>
            </a:r>
            <a:r>
              <a:rPr lang="en-IN" dirty="0" smtClean="0"/>
              <a:t>      Stay connected with families ,</a:t>
            </a:r>
          </a:p>
          <a:p>
            <a:r>
              <a:rPr lang="en-IN" dirty="0" smtClean="0"/>
              <a:t>Friends and teachers.</a:t>
            </a:r>
          </a:p>
          <a:p>
            <a:pPr>
              <a:buFont typeface="Wingdings" pitchFamily="2" charset="2"/>
              <a:buChar char="q"/>
            </a:pPr>
            <a:r>
              <a:rPr lang="en-IN" b="1" dirty="0" smtClean="0"/>
              <a:t>ORGANIZATION:</a:t>
            </a:r>
          </a:p>
          <a:p>
            <a:r>
              <a:rPr lang="en-IN" dirty="0" smtClean="0"/>
              <a:t>       Calendars , reminders to do some activities.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00562" y="2071678"/>
            <a:ext cx="4500594" cy="4357686"/>
          </a:xfrm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NEGATIVE IMPACTS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42910" y="2214554"/>
            <a:ext cx="3929090" cy="4357686"/>
          </a:xfrm>
        </p:spPr>
        <p:txBody>
          <a:bodyPr/>
          <a:lstStyle/>
          <a:p>
            <a:pPr>
              <a:buFont typeface="Wingdings" pitchFamily="2" charset="2"/>
              <a:buChar char="q"/>
            </a:pPr>
            <a:r>
              <a:rPr lang="en-IN" b="1" i="1" dirty="0" smtClean="0"/>
              <a:t>HEALTH ISSUES</a:t>
            </a:r>
            <a:r>
              <a:rPr lang="en-IN" dirty="0" smtClean="0"/>
              <a:t>:</a:t>
            </a:r>
          </a:p>
          <a:p>
            <a:r>
              <a:rPr lang="en-IN" dirty="0" smtClean="0"/>
              <a:t> Eye strain: </a:t>
            </a:r>
          </a:p>
          <a:p>
            <a:r>
              <a:rPr lang="en-IN" dirty="0" smtClean="0"/>
              <a:t>     staring at small screens can cause </a:t>
            </a:r>
          </a:p>
          <a:p>
            <a:r>
              <a:rPr lang="en-IN" dirty="0" smtClean="0"/>
              <a:t>Discomfort , dry eyes , blurred vision </a:t>
            </a:r>
          </a:p>
          <a:p>
            <a:pPr>
              <a:buFont typeface="Wingdings" pitchFamily="2" charset="2"/>
              <a:buChar char="q"/>
            </a:pPr>
            <a:r>
              <a:rPr lang="en-IN" b="1" dirty="0" smtClean="0"/>
              <a:t>DECREASED SOCIAL SKILL</a:t>
            </a:r>
            <a:r>
              <a:rPr lang="en-IN" dirty="0" smtClean="0"/>
              <a:t>:</a:t>
            </a:r>
          </a:p>
          <a:p>
            <a:r>
              <a:rPr lang="en-IN" dirty="0" smtClean="0"/>
              <a:t> </a:t>
            </a:r>
            <a:r>
              <a:rPr lang="en-IN" dirty="0" smtClean="0"/>
              <a:t>      Over reliance on phones can reduce </a:t>
            </a:r>
          </a:p>
          <a:p>
            <a:r>
              <a:rPr lang="en-IN" dirty="0" smtClean="0"/>
              <a:t>face to face interactions.</a:t>
            </a:r>
          </a:p>
          <a:p>
            <a:pPr>
              <a:buFont typeface="Wingdings" pitchFamily="2" charset="2"/>
              <a:buChar char="q"/>
            </a:pPr>
            <a:r>
              <a:rPr lang="en-IN" b="1" dirty="0" smtClean="0"/>
              <a:t>IMPACT ON CHILDREN </a:t>
            </a:r>
            <a:r>
              <a:rPr lang="en-IN" dirty="0" smtClean="0"/>
              <a:t>:</a:t>
            </a:r>
          </a:p>
          <a:p>
            <a:r>
              <a:rPr lang="en-IN" dirty="0" smtClean="0"/>
              <a:t> </a:t>
            </a:r>
            <a:r>
              <a:rPr lang="en-IN" dirty="0" smtClean="0"/>
              <a:t>       For developing children , excessive phone use can delay cognitive and language and increase risk of mental health.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0" y="2285992"/>
            <a:ext cx="4429156" cy="4071966"/>
          </a:xfrm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5786" y="500042"/>
            <a:ext cx="4143404" cy="1214446"/>
          </a:xfrm>
        </p:spPr>
        <p:txBody>
          <a:bodyPr/>
          <a:lstStyle/>
          <a:p>
            <a:r>
              <a:rPr lang="en-IN" dirty="0" smtClean="0"/>
              <a:t>MENTAL HEALTH ISSUES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42910" y="1714488"/>
            <a:ext cx="2857520" cy="3071834"/>
          </a:xfrm>
        </p:spPr>
        <p:txBody>
          <a:bodyPr>
            <a:normAutofit lnSpcReduction="10000"/>
          </a:bodyPr>
          <a:lstStyle/>
          <a:p>
            <a:pPr>
              <a:buFont typeface="Wingdings"/>
              <a:buChar char="à"/>
            </a:pPr>
            <a:r>
              <a:rPr lang="en-IN" dirty="0" smtClean="0">
                <a:sym typeface="Wingdings" pitchFamily="2" charset="2"/>
              </a:rPr>
              <a:t>Excessive phone usage is linked with  anxiety , stress and depressions.</a:t>
            </a:r>
          </a:p>
          <a:p>
            <a:pPr>
              <a:buFont typeface="Wingdings"/>
              <a:buChar char="à"/>
            </a:pPr>
            <a:r>
              <a:rPr lang="en-IN" dirty="0" smtClean="0">
                <a:sym typeface="Wingdings" pitchFamily="2" charset="2"/>
              </a:rPr>
              <a:t>Social media exposure can trigger feelings of loneliness, comparisons or low self esteem.</a:t>
            </a:r>
          </a:p>
          <a:p>
            <a:pPr>
              <a:buFont typeface="Wingdings"/>
              <a:buChar char="à"/>
            </a:pPr>
            <a:r>
              <a:rPr lang="en-IN" dirty="0" smtClean="0">
                <a:sym typeface="Wingdings" pitchFamily="2" charset="2"/>
              </a:rPr>
              <a:t>Multitasking with phones affects problem solving and decision making.</a:t>
            </a:r>
          </a:p>
          <a:p>
            <a:pPr>
              <a:buFont typeface="Wingdings"/>
              <a:buChar char="à"/>
            </a:pPr>
            <a:r>
              <a:rPr lang="en-IN" dirty="0" smtClean="0">
                <a:sym typeface="Wingdings" pitchFamily="2" charset="2"/>
              </a:rPr>
              <a:t>Affects emotional stability and patience level.</a:t>
            </a:r>
          </a:p>
          <a:p>
            <a:pPr>
              <a:buFont typeface="Wingdings"/>
              <a:buChar char="à"/>
            </a:pPr>
            <a:endParaRPr lang="en-IN" dirty="0" smtClean="0">
              <a:sym typeface="Wingdings" pitchFamily="2" charset="2"/>
            </a:endParaRPr>
          </a:p>
          <a:p>
            <a:r>
              <a:rPr lang="en-IN" dirty="0" smtClean="0">
                <a:sym typeface="Wingdings" pitchFamily="2" charset="2"/>
              </a:rPr>
              <a:t> 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4348" y="571480"/>
            <a:ext cx="7286676" cy="1162050"/>
          </a:xfrm>
        </p:spPr>
        <p:txBody>
          <a:bodyPr/>
          <a:lstStyle/>
          <a:p>
            <a:r>
              <a:rPr lang="en-IN" dirty="0" smtClean="0"/>
              <a:t>TIPS TO PROTECT YOUR BRAIN HEALTH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714348" y="1928802"/>
            <a:ext cx="2743200" cy="4572000"/>
          </a:xfrm>
        </p:spPr>
        <p:txBody>
          <a:bodyPr/>
          <a:lstStyle/>
          <a:p>
            <a:pPr>
              <a:buFont typeface="Wingdings"/>
              <a:buChar char="à"/>
            </a:pPr>
            <a:r>
              <a:rPr lang="en-IN" dirty="0" smtClean="0">
                <a:sym typeface="Wingdings" pitchFamily="2" charset="2"/>
              </a:rPr>
              <a:t>Limit screen time, especially before bed.</a:t>
            </a:r>
          </a:p>
          <a:p>
            <a:pPr>
              <a:buFont typeface="Wingdings"/>
              <a:buChar char="à"/>
            </a:pPr>
            <a:r>
              <a:rPr lang="en-IN" dirty="0" smtClean="0">
                <a:sym typeface="Wingdings" pitchFamily="2" charset="2"/>
              </a:rPr>
              <a:t>Use blue-light filters on night mode.</a:t>
            </a:r>
          </a:p>
          <a:p>
            <a:pPr>
              <a:buFont typeface="Wingdings"/>
              <a:buChar char="à"/>
            </a:pPr>
            <a:r>
              <a:rPr lang="en-IN" dirty="0" smtClean="0">
                <a:sym typeface="Wingdings" pitchFamily="2" charset="2"/>
              </a:rPr>
              <a:t>Practice “</a:t>
            </a:r>
            <a:r>
              <a:rPr lang="en-IN" b="1" dirty="0" smtClean="0">
                <a:sym typeface="Wingdings" pitchFamily="2" charset="2"/>
              </a:rPr>
              <a:t>phone-free</a:t>
            </a:r>
            <a:r>
              <a:rPr lang="en-IN" dirty="0" smtClean="0">
                <a:sym typeface="Wingdings" pitchFamily="2" charset="2"/>
              </a:rPr>
              <a:t>” times (meals, </a:t>
            </a:r>
            <a:r>
              <a:rPr lang="en-IN" dirty="0" err="1" smtClean="0">
                <a:sym typeface="Wingdings" pitchFamily="2" charset="2"/>
              </a:rPr>
              <a:t>study,sleep</a:t>
            </a:r>
            <a:r>
              <a:rPr lang="en-IN" dirty="0" smtClean="0">
                <a:sym typeface="Wingdings" pitchFamily="2" charset="2"/>
              </a:rPr>
              <a:t>).</a:t>
            </a:r>
          </a:p>
          <a:p>
            <a:pPr>
              <a:buFont typeface="Wingdings"/>
              <a:buChar char="à"/>
            </a:pPr>
            <a:r>
              <a:rPr lang="en-IN" dirty="0" smtClean="0">
                <a:sym typeface="Wingdings" pitchFamily="2" charset="2"/>
              </a:rPr>
              <a:t>Engage in offline activities (reading, </a:t>
            </a:r>
            <a:r>
              <a:rPr lang="en-IN" dirty="0" err="1" smtClean="0">
                <a:sym typeface="Wingdings" pitchFamily="2" charset="2"/>
              </a:rPr>
              <a:t>exercise,hobbies</a:t>
            </a:r>
            <a:r>
              <a:rPr lang="en-IN" dirty="0" smtClean="0">
                <a:sym typeface="Wingdings" pitchFamily="2" charset="2"/>
              </a:rPr>
              <a:t>).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189</TotalTime>
  <Words>222</Words>
  <Application>Microsoft Office PowerPoint</Application>
  <PresentationFormat>On-screen Show (4:3)</PresentationFormat>
  <Paragraphs>36</Paragraphs>
  <Slides>7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Flow</vt:lpstr>
      <vt:lpstr>NAME:SANJAYA.P </vt:lpstr>
      <vt:lpstr>Slide 2</vt:lpstr>
      <vt:lpstr>INTRODUCTION</vt:lpstr>
      <vt:lpstr>POSITIVE IMPACTS</vt:lpstr>
      <vt:lpstr>NEGATIVE IMPACTS</vt:lpstr>
      <vt:lpstr>MENTAL HEALTH ISSUES</vt:lpstr>
      <vt:lpstr>TIPS TO PROTECT YOUR BRAIN HEALTH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divya divya</dc:creator>
  <cp:lastModifiedBy>divya divya</cp:lastModifiedBy>
  <cp:revision>20</cp:revision>
  <dcterms:created xsi:type="dcterms:W3CDTF">2025-09-14T11:57:17Z</dcterms:created>
  <dcterms:modified xsi:type="dcterms:W3CDTF">2025-09-14T15:49:03Z</dcterms:modified>
</cp:coreProperties>
</file>